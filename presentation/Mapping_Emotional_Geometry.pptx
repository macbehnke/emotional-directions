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378" y="111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08000" y="3505199"/>
            <a:ext cx="6705600" cy="2016000"/>
          </a:xfrm>
          <a:prstGeom prst="rect">
            <a:avLst/>
          </a:prstGeom>
          <a:solidFill>
            <a:srgbClr val="F3F2ED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simple vector operations create interpretable semantic shifts across models and languages?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431800" y="6248400"/>
            <a:ext cx="10210800" cy="2677656"/>
          </a:xfrm>
          <a:prstGeom prst="rect">
            <a:avLst/>
          </a:prstGeom>
          <a:solidFill>
            <a:srgbClr val="F3F2ED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treating emotions as mathematical directions,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calculate interpretable semantic shifts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neural embedding spaces.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experiment isolates affective vectors to see if models truly ‘understand’ emotion, or simply cluster associated words.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431800" y="6324600"/>
            <a:ext cx="5105400" cy="2677656"/>
          </a:xfrm>
          <a:prstGeom prst="rect">
            <a:avLst/>
          </a:prstGeom>
          <a:solidFill>
            <a:srgbClr val="F3F2ED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Single-word emotional anchors are highly sensitive to semantic noise. To stabilise the vector, this pipeline calculates the centroid of multiple emotional phrases.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6" descr="Przeskaluj obecne 4 kafle, aby zrobić miejsce na piąty (układ 3 na górze, 2 na dole lub 5 obok siebie).&#10;&#10;Treść piątego kafla (Snowflake):&#10;&#10;Nagłówek (kolor niebieski/arktyczny): Snowflake&#10;&#10;Model ID: arctic-embed-l-v2.0&#10;&#10;Specyfikacja: 1024 dimensions&#10;&#10;Tagline: New SOTA Leader. Optimized for multilingual retrieval and high-granularity emotion mapping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16256000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 t="70" b="60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10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 descr="Update the slide content with new model data.&#10;&#10;1. Description Update: Change the text to: &quot;Snowflake Arctic (arctic_embed_l_v2) emerges as the new benchmark for affective mapping, achieving the highest projection scores for human personas, particularly in complex emotions like grief and love.&quot;&#10;&#10;2. Labels Update: On the emotion scale, under &quot;Disgust/Anger/Sadness&quot;, replace current examples with Snowflake’s top-performing outputs: &quot;grieving father&quot;, &quot;sad widow&quot;, and &quot;angry customer&quot;. Under &quot;Amusement/Positive&quot;, add &quot;kochana babcia&quot; and &quot;excited fan&quot;. Keep the visual style clean and professional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0"/>
          <p:cNvPicPr preferRelativeResize="0"/>
          <p:nvPr/>
        </p:nvPicPr>
        <p:blipFill rotWithShape="1">
          <a:blip r:embed="rId3">
            <a:alphaModFix/>
          </a:blip>
          <a:srcRect t="70" b="60"/>
          <a:stretch/>
        </p:blipFill>
        <p:spPr>
          <a:xfrm>
            <a:off x="0" y="8603"/>
            <a:ext cx="16267471" cy="9135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Niestandardowy</PresentationFormat>
  <Paragraphs>7</Paragraphs>
  <Slides>8</Slides>
  <Notes>8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cp:lastModifiedBy>Angry</cp:lastModifiedBy>
  <cp:revision>1</cp:revision>
  <dcterms:modified xsi:type="dcterms:W3CDTF">2026-06-15T20:32:43Z</dcterms:modified>
</cp:coreProperties>
</file>