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3" r:id="rId7"/>
    <p:sldId id="265" r:id="rId8"/>
    <p:sldId id="266" r:id="rId9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3F2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976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5EDB05-656D-663A-C768-0766F0B66387}"/>
              </a:ext>
            </a:extLst>
          </p:cNvPr>
          <p:cNvSpPr txBox="1"/>
          <p:nvPr/>
        </p:nvSpPr>
        <p:spPr>
          <a:xfrm>
            <a:off x="508000" y="3505199"/>
            <a:ext cx="6705600" cy="2016000"/>
          </a:xfrm>
          <a:prstGeom prst="rect">
            <a:avLst/>
          </a:prstGeom>
          <a:solidFill>
            <a:srgbClr val="F3F2ED"/>
          </a:solidFill>
        </p:spPr>
        <p:txBody>
          <a:bodyPr wrap="square" rtlCol="0">
            <a:spAutoFit/>
          </a:bodyPr>
          <a:lstStyle/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Do simple vector operations create interpretable semantic shifts across models and languages?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FFC465-6F35-A8CB-4B5F-E9D478FE70AF}"/>
              </a:ext>
            </a:extLst>
          </p:cNvPr>
          <p:cNvSpPr txBox="1"/>
          <p:nvPr/>
        </p:nvSpPr>
        <p:spPr>
          <a:xfrm>
            <a:off x="431800" y="6248400"/>
            <a:ext cx="10210800" cy="2677656"/>
          </a:xfrm>
          <a:prstGeom prst="rect">
            <a:avLst/>
          </a:prstGeom>
          <a:solidFill>
            <a:srgbClr val="F3F2ED"/>
          </a:solidFill>
        </p:spPr>
        <p:txBody>
          <a:bodyPr wrap="square" rtlCol="0">
            <a:spAutoFit/>
          </a:bodyPr>
          <a:lstStyle/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By treating emotions as mathematical directions, </a:t>
            </a:r>
          </a:p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we can calculate interpretable semantic shifts</a:t>
            </a:r>
          </a:p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 in neural embedding spaces. </a:t>
            </a:r>
          </a:p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endParaRPr lang="en-US" sz="2800" dirty="0">
              <a:ln w="0">
                <a:noFill/>
              </a:ln>
              <a:solidFill>
                <a:srgbClr val="000000"/>
              </a:solidFill>
              <a:latin typeface="Aptos"/>
              <a:ea typeface="Aptos"/>
              <a:cs typeface="Aptos"/>
            </a:endParaRPr>
          </a:p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This experiment isolates affective vectors to see if models truly ‘understand’ emotion, or simply cluster associated words.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90F3FC-3FCD-7F45-D17D-C52E30B8C806}"/>
              </a:ext>
            </a:extLst>
          </p:cNvPr>
          <p:cNvSpPr txBox="1"/>
          <p:nvPr/>
        </p:nvSpPr>
        <p:spPr>
          <a:xfrm>
            <a:off x="431800" y="6324600"/>
            <a:ext cx="5105400" cy="2677656"/>
          </a:xfrm>
          <a:prstGeom prst="rect">
            <a:avLst/>
          </a:prstGeom>
          <a:solidFill>
            <a:srgbClr val="F3F2ED"/>
          </a:solidFill>
        </p:spPr>
        <p:txBody>
          <a:bodyPr wrap="square" rtlCol="0">
            <a:spAutoFit/>
          </a:bodyPr>
          <a:lstStyle/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Single-word emotional anchors are highly sensitive to semantic noise. To </a:t>
            </a:r>
            <a:r>
              <a:rPr lang="en-US" sz="2800" dirty="0" err="1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stabilise</a:t>
            </a: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 the vector, this pipeline calculates the centroid of multiple emotional phrases.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2D299F-2256-14F3-6DC6-D9872D272F57}"/>
              </a:ext>
            </a:extLst>
          </p:cNvPr>
          <p:cNvSpPr txBox="1"/>
          <p:nvPr/>
        </p:nvSpPr>
        <p:spPr>
          <a:xfrm>
            <a:off x="622300" y="1600199"/>
            <a:ext cx="15011400" cy="1584000"/>
          </a:xfrm>
          <a:prstGeom prst="rect">
            <a:avLst/>
          </a:prstGeom>
          <a:solidFill>
            <a:srgbClr val="F3F2ED"/>
          </a:solidFill>
        </p:spPr>
        <p:txBody>
          <a:bodyPr wrap="square" rtlCol="0">
            <a:spAutoFit/>
          </a:bodyPr>
          <a:lstStyle/>
          <a:p>
            <a:pPr>
              <a:defRPr sz="1725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Gemini and Qwen3 exhibit the lowest mean cosine similarity but produce the highest number of unique candidates. They take larger semantic leaps. MMLW-</a:t>
            </a:r>
            <a:r>
              <a:rPr lang="en-US" sz="2800" dirty="0" err="1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RoBERTa</a:t>
            </a:r>
            <a:r>
              <a:rPr lang="en-US" sz="2800" dirty="0">
                <a:ln w="0">
                  <a:noFill/>
                </a:ln>
                <a:solidFill>
                  <a:srgbClr val="000000"/>
                </a:solidFill>
                <a:latin typeface="Aptos"/>
                <a:ea typeface="Aptos"/>
                <a:cs typeface="Aptos"/>
              </a:rPr>
              <a:t> remains highly conservative, clustering tightly around the origin 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1074</TotalTime>
  <Words>114</Words>
  <Application>Microsoft Office PowerPoint</Application>
  <PresentationFormat>Custom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Maciej Behnke</cp:lastModifiedBy>
  <cp:revision>3</cp:revision>
  <dcterms:created xsi:type="dcterms:W3CDTF">2006-08-16T00:00:00Z</dcterms:created>
  <dcterms:modified xsi:type="dcterms:W3CDTF">2026-06-09T04:59:29Z</dcterms:modified>
</cp:coreProperties>
</file>